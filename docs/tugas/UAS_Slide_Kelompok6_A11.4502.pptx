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93.5</c:v>
                </c:pt>
                <c:pt idx="2">
                  <c:v>87.7</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dipakai khusus untuk menguji.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Angka pity yang dihitung aplikasi untuk akun asli sama persis dengan yang tampil di game. Selain itu 86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batas teori Markov. Logistic Regression 88,9 persen, Naive Bayes 85,7 persen, baseline 83,4 persen. Urutannya sama di simulasi dan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F1, ROC-AUC, dan log loss, walau selisihnya kecil dengan Random Forest, XGBoost, dan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tiga kesimpulan dan saran pengembangan. Sebutkan keterbatasan: soft pity masih estimasi dan data asli baru dua akun.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sp>
        <p:nvSpPr>
          <p:cNvPr id="5" name="Text 3"/>
          <p:cNvSpPr txBox="1"/>
          <p:nvPr/>
        </p:nvSpPr>
        <p:spPr>
          <a:xfrm>
            <a:off x="548640" y="914400"/>
            <a:ext cx="731520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6"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7"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8"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9"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1.424 pull · 21 S-Rank · anonim (tanpa UID, nama item, waktu). Hanya untuk menguji, tidak untuk melatih.</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86 / 86</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110642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0,8572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0,5855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0,3844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0,2866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memisahkan data di pity_ratio ±0,72, sekitar 10 pull sebelum soft pity.</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sp>
        <p:nvSpPr>
          <p:cNvPr id="6" name="Shape 4"/>
          <p:cNvSpPr/>
          <p:nvPr/>
        </p:nvSpPr>
        <p:spPr>
          <a:xfrm>
            <a:off x="548640" y="1645920"/>
            <a:ext cx="3566160" cy="3291840"/>
          </a:xfrm>
          <a:prstGeom prst="roundRect">
            <a:avLst>
              <a:gd name="adj" fmla="val 2222"/>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Markov Chain</a:t>
            </a:r>
            <a:endParaRPr lang="en-US" sz="1800" dirty="0"/>
          </a:p>
        </p:txBody>
      </p:sp>
      <p:sp>
        <p:nvSpPr>
          <p:cNvPr id="10" name="Text 8"/>
          <p:cNvSpPr txBox="1"/>
          <p:nvPr/>
        </p:nvSpPr>
        <p:spPr>
          <a:xfrm>
            <a:off x="77724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Peluang dapat S dalam N pull bisa dihitung eksak dan dipakai di kalkulator.</a:t>
            </a:r>
            <a:endParaRPr lang="en-US" sz="1500" dirty="0"/>
          </a:p>
        </p:txBody>
      </p:sp>
      <p:sp>
        <p:nvSpPr>
          <p:cNvPr id="11" name="Shape 9"/>
          <p:cNvSpPr/>
          <p:nvPr/>
        </p:nvSpPr>
        <p:spPr>
          <a:xfrm>
            <a:off x="4297680" y="1645920"/>
            <a:ext cx="3566160" cy="3291840"/>
          </a:xfrm>
          <a:prstGeom prst="roundRect">
            <a:avLst>
              <a:gd name="adj" fmla="val 2222"/>
            </a:avLst>
          </a:prstGeom>
          <a:solidFill>
            <a:srgbClr val="1C2230"/>
          </a:solidFill>
          <a:ln w="9525">
            <a:solidFill>
              <a:srgbClr val="30363D"/>
            </a:solidFill>
            <a:prstDash val="solid"/>
          </a:ln>
        </p:spPr>
      </p:sp>
      <p:sp>
        <p:nvSpPr>
          <p:cNvPr id="12" name="Shape 10"/>
          <p:cNvSpPr/>
          <p:nvPr/>
        </p:nvSpPr>
        <p:spPr>
          <a:xfrm>
            <a:off x="4526280" y="1874520"/>
            <a:ext cx="457200" cy="457200"/>
          </a:xfrm>
          <a:prstGeom prst="ellipse">
            <a:avLst/>
          </a:prstGeom>
          <a:solidFill>
            <a:srgbClr val="58A6FF"/>
          </a:solidFill>
          <a:ln/>
        </p:spPr>
      </p:sp>
      <p:sp>
        <p:nvSpPr>
          <p:cNvPr id="13" name="Text 11"/>
          <p:cNvSpPr txBox="1"/>
          <p:nvPr/>
        </p:nvSpPr>
        <p:spPr>
          <a:xfrm>
            <a:off x="452628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452628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452628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Random Forest, XGBoost, KNN: ±91% simulasi, ±93% data asli.</a:t>
            </a:r>
            <a:endParaRPr lang="en-US" sz="1500" dirty="0"/>
          </a:p>
        </p:txBody>
      </p:sp>
      <p:sp>
        <p:nvSpPr>
          <p:cNvPr id="16" name="Shape 14"/>
          <p:cNvSpPr/>
          <p:nvPr/>
        </p:nvSpPr>
        <p:spPr>
          <a:xfrm>
            <a:off x="8046720" y="1645920"/>
            <a:ext cx="3566160" cy="3291840"/>
          </a:xfrm>
          <a:prstGeom prst="roundRect">
            <a:avLst>
              <a:gd name="adj" fmla="val 2222"/>
            </a:avLst>
          </a:prstGeom>
          <a:solidFill>
            <a:srgbClr val="1C2230"/>
          </a:solidFill>
          <a:ln w="9525">
            <a:solidFill>
              <a:srgbClr val="30363D"/>
            </a:solidFill>
            <a:prstDash val="solid"/>
          </a:ln>
        </p:spPr>
      </p:sp>
      <p:sp>
        <p:nvSpPr>
          <p:cNvPr id="17" name="Shape 15"/>
          <p:cNvSpPr/>
          <p:nvPr/>
        </p:nvSpPr>
        <p:spPr>
          <a:xfrm>
            <a:off x="8275320" y="1874520"/>
            <a:ext cx="457200" cy="457200"/>
          </a:xfrm>
          <a:prstGeom prst="ellipse">
            <a:avLst/>
          </a:prstGeom>
          <a:solidFill>
            <a:srgbClr val="3FB950"/>
          </a:solidFill>
          <a:ln/>
        </p:spPr>
      </p:sp>
      <p:sp>
        <p:nvSpPr>
          <p:cNvPr id="18" name="Text 16"/>
          <p:cNvSpPr txBox="1"/>
          <p:nvPr/>
        </p:nvSpPr>
        <p:spPr>
          <a:xfrm>
            <a:off x="827532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27532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Akurasi saja menipu</a:t>
            </a:r>
            <a:endParaRPr lang="en-US" sz="1800" dirty="0"/>
          </a:p>
        </p:txBody>
      </p:sp>
      <p:sp>
        <p:nvSpPr>
          <p:cNvPr id="20" name="Text 18"/>
          <p:cNvSpPr txBox="1"/>
          <p:nvPr/>
        </p:nvSpPr>
        <p:spPr>
          <a:xfrm>
            <a:off x="827532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500" dirty="0"/>
          </a:p>
        </p:txBody>
      </p:sp>
      <p:sp>
        <p:nvSpPr>
          <p:cNvPr id="21" name="Text 19"/>
          <p:cNvSpPr txBox="1"/>
          <p:nvPr/>
        </p:nvSpPr>
        <p:spPr>
          <a:xfrm>
            <a:off x="548640" y="5212080"/>
            <a:ext cx="1097280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estimasi soft pity dari data, perluas ke banner lain, impor dari Android.</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2026-10-01T07:06:53Z</dcterms:created>
  <dcterms:modified xsi:type="dcterms:W3CDTF">2026-10-01T07:06:53Z</dcterms:modified>
</cp:coreProperties>
</file>