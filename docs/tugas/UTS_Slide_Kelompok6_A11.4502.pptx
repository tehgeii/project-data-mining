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87.5</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empat tujuan yang sejalan dengan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Eksperimen keempat: semua algoritma dilatih dan diuji hanya dengan data asli, 1.209 baris, dibagi per siklus pity menjadi 5 bagian, supaya hasil tidak bergantung pada data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93 persen di data asli, Logistic Regression dan Naive Bayes lebih rendah. Eksperimen latih dan uji dengan data asli saja, 1.209 baris, juga sudah dilakukan: Decision Tree tetap tertinggi sekitar 93 persen.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memakai estimasi komunitas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Model Markov Chain untuk peluang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dan dalam eksperimen kedua untuk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828800"/>
            <a:ext cx="2624328" cy="292608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500" dirty="0"/>
          </a:p>
        </p:txBody>
      </p:sp>
      <p:sp>
        <p:nvSpPr>
          <p:cNvPr id="11" name="Shape 9"/>
          <p:cNvSpPr/>
          <p:nvPr/>
        </p:nvSpPr>
        <p:spPr>
          <a:xfrm>
            <a:off x="3355848" y="1828800"/>
            <a:ext cx="2624328" cy="292608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2057400"/>
            <a:ext cx="457200" cy="457200"/>
          </a:xfrm>
          <a:prstGeom prst="ellipse">
            <a:avLst/>
          </a:prstGeom>
          <a:solidFill>
            <a:srgbClr val="58A6FF"/>
          </a:solidFill>
          <a:ln/>
        </p:spPr>
      </p:sp>
      <p:sp>
        <p:nvSpPr>
          <p:cNvPr id="13" name="Text 11"/>
          <p:cNvSpPr txBox="1"/>
          <p:nvPr/>
        </p:nvSpPr>
        <p:spPr>
          <a:xfrm>
            <a:off x="3584448"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3584448"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Rata-rata ± simpangan baku dari 5 percobaan.</a:t>
            </a:r>
            <a:endParaRPr lang="en-US" sz="1500" dirty="0"/>
          </a:p>
        </p:txBody>
      </p:sp>
      <p:sp>
        <p:nvSpPr>
          <p:cNvPr id="16" name="Shape 14"/>
          <p:cNvSpPr/>
          <p:nvPr/>
        </p:nvSpPr>
        <p:spPr>
          <a:xfrm>
            <a:off x="6163056" y="1828800"/>
            <a:ext cx="2624328" cy="292608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2057400"/>
            <a:ext cx="457200" cy="457200"/>
          </a:xfrm>
          <a:prstGeom prst="ellipse">
            <a:avLst/>
          </a:prstGeom>
          <a:solidFill>
            <a:srgbClr val="3FB950"/>
          </a:solidFill>
          <a:ln/>
        </p:spPr>
      </p:sp>
      <p:sp>
        <p:nvSpPr>
          <p:cNvPr id="18" name="Text 16"/>
          <p:cNvSpPr txBox="1"/>
          <p:nvPr/>
        </p:nvSpPr>
        <p:spPr>
          <a:xfrm>
            <a:off x="6391656"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6391656"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500" dirty="0"/>
          </a:p>
        </p:txBody>
      </p:sp>
      <p:sp>
        <p:nvSpPr>
          <p:cNvPr id="21" name="Shape 19"/>
          <p:cNvSpPr/>
          <p:nvPr/>
        </p:nvSpPr>
        <p:spPr>
          <a:xfrm>
            <a:off x="8970264" y="1828800"/>
            <a:ext cx="2624328" cy="292608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2057400"/>
            <a:ext cx="457200" cy="457200"/>
          </a:xfrm>
          <a:prstGeom prst="ellipse">
            <a:avLst/>
          </a:prstGeom>
          <a:solidFill>
            <a:srgbClr val="BC8CFF"/>
          </a:solidFill>
          <a:ln/>
        </p:spPr>
      </p:sp>
      <p:sp>
        <p:nvSpPr>
          <p:cNvPr id="23" name="Text 21"/>
          <p:cNvSpPr txBox="1"/>
          <p:nvPr/>
        </p:nvSpPr>
        <p:spPr>
          <a:xfrm>
            <a:off x="9198864"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Latih di data asli</a:t>
            </a:r>
            <a:endParaRPr lang="en-US" sz="1800" dirty="0"/>
          </a:p>
        </p:txBody>
      </p:sp>
      <p:sp>
        <p:nvSpPr>
          <p:cNvPr id="25" name="Text 23"/>
          <p:cNvSpPr txBox="1"/>
          <p:nvPr/>
        </p:nvSpPr>
        <p:spPr>
          <a:xfrm>
            <a:off x="9198864"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Eksperimen kedua: latih + uji hanya data asli, 5-fold per siklus pity.</a:t>
            </a:r>
            <a:endParaRPr lang="en-US" sz="1500" dirty="0"/>
          </a:p>
        </p:txBody>
      </p:sp>
      <p:sp>
        <p:nvSpPr>
          <p:cNvPr id="26" name="Text 2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(batas teori).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yang dihitung aplikasi sama persis dengan di game. Model pohon &amp; KNN ±91% (simulasi) dan ±93% (data asli). Latih di data asli saja: Decision Tree ±93%.</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2026-10-08T07:24:47Z</dcterms:created>
  <dcterms:modified xsi:type="dcterms:W3CDTF">2026-10-08T07:24:47Z</dcterms:modified>
</cp:coreProperties>
</file>